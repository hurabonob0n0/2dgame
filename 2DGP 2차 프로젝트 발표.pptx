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EEA8A0-C9F7-48F1-B314-9EBC86C9D147}" v="43" dt="2025-11-11T00:11:16.5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AE499-8328-1A16-9891-C822EA4DF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E115DA-B07F-6A16-E749-A276F0AF2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C349E-9D3B-350F-7452-F33C57DD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775CF2-1349-7463-D7B2-119FE320F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557863-1D36-DA07-D26A-9E1CB6C9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45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F5311-B931-AB96-C467-D893D0F5D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570528-F379-A8D6-1615-B3472B35B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1F19D8-7287-1E38-74B6-BE1731FA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501847-9E10-AEC1-0F69-5647A9A4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B9082E-2BBC-C6C1-6AC8-2DA8114D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162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78A1B-B01A-F0A8-9659-23512534B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86C7B4-B3CB-78BB-0A4F-3C858F507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7CE0D4-1C95-D1CD-3F16-A6781C75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94062-113E-14DC-A8B7-316D6E85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FD25A6-B65B-F5B1-E9EA-C67571588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65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86691-5B41-D6BA-670E-33E0847F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D5F352-A30F-4E61-9ACB-029658B6F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732568-24BE-FE73-3AD3-3661F009C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DF6EF1-5BB8-5E0B-A4A3-4FD2D627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6E2DF2-E1B8-47D5-F0BF-33727C25F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065083-3A21-BC23-0CE8-C27A9AAEE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31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6218E-E89B-8D09-192C-C035FE05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704EA4-54B7-5FC4-CED8-E06C43CCF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6FE8A3-B28E-94B9-8EF3-E16D6C1ED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31C87D-4393-EA27-3717-DA919CDED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BD658C-91F3-A778-FC2D-7612F226F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6F7F08-31CC-CCAF-C2F4-CDC49374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80BF8D-E66A-E81E-079A-43CACA033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AEE6A7-D707-4F71-B1B3-B63A69A4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87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9B800-3D28-904B-6AAF-F79A87A8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10E925-31FD-3C61-2F2D-DEC60EEB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3841DB-7518-D95F-C28C-D9BE1567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E057DE-9D89-2D37-34B6-91B675574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31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949174-1C51-A287-4E95-F60FBCC6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72A5D35-DDC8-A3BC-A294-0458D0ED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989953-4328-7AB0-4034-095CFFC4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618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D392C-D442-38CC-9F8F-7F15A4EC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C97C6B-AE69-C9F7-D3CB-AFE80282A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BEF84E-B751-D404-F0C5-9CB336670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91C440-DA8F-AF09-1F05-B9CCE0C30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FA294-F93F-5C8E-787B-9D1EBB243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E0138F-4B3D-2945-A128-39D3FA94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606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7EAC8-97F0-B4E4-C9FB-7D59A7ED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4EB2FF-175F-8999-E7CF-C13D2780D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81AE87-5B52-2166-B1D3-164BBBFAB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6D80B1-525F-8E1C-5673-75B55D0D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10FBE5-579C-7631-98D8-A59C1397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F6BCC-0E83-55EB-4220-59ABC78F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13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4CEDDB-7AE1-78CD-B6DA-4F12BAD5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A0F94F-7BFF-4578-36E2-6FEAE5C58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C07BE-92D1-A9AE-BB1F-50E77E69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54EC4-43CE-3A16-A618-B94B27D6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88B328-3184-A34C-72F6-13362F4E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87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85B4D1-916F-67CA-20A4-2CB99D7DD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E49BE6-F2CB-1A4B-E558-EE1F625AA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B3D437-9250-AB91-CA97-EE16C3A14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E079F3-854E-EC8D-38FB-87E929BA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7D0754-4238-CF93-ED9D-E63B964D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75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889AC8-8EB4-90AC-AB06-735C1F11E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3668D7-070E-8912-7904-A69361E1A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C903AC-D142-3AC6-9A6D-02F813EAC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69315-2184-44BC-93F5-894C67E4D84B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A74939-4D78-1B31-504D-D14B089AB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AA00F0-694C-6942-8908-93783C2D9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2B904-2D20-4DB6-B946-216577B12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38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024DA3-1AE0-267A-C6D3-C7A93D9AC5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2DGP 2</a:t>
            </a:r>
            <a:r>
              <a:rPr lang="ko-KR" altLang="en-US" dirty="0"/>
              <a:t>차 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527981-37A5-EBEF-6A0D-05B386139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Enter the </a:t>
            </a:r>
            <a:r>
              <a:rPr lang="en-US" altLang="ko-KR" dirty="0" err="1"/>
              <a:t>Gungeon</a:t>
            </a:r>
            <a:endParaRPr lang="en-US" altLang="ko-KR" dirty="0"/>
          </a:p>
          <a:p>
            <a:r>
              <a:rPr lang="ko-KR" altLang="en-US" dirty="0"/>
              <a:t>게임공학과 </a:t>
            </a:r>
            <a:r>
              <a:rPr lang="en-US" altLang="ko-KR" dirty="0"/>
              <a:t>2019180008 </a:t>
            </a:r>
            <a:r>
              <a:rPr lang="ko-KR" altLang="en-US" dirty="0"/>
              <a:t>김상효</a:t>
            </a:r>
          </a:p>
        </p:txBody>
      </p:sp>
    </p:spTree>
    <p:extLst>
      <p:ext uri="{BB962C8B-B14F-4D97-AF65-F5344CB8AC3E}">
        <p14:creationId xmlns:p14="http://schemas.microsoft.com/office/powerpoint/2010/main" val="74918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655DC-04C8-B4DD-9C04-8585D1D1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구현한 것들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FE875E-13DF-24CD-C8DE-9965D67C7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플레이어 </a:t>
            </a:r>
            <a:r>
              <a:rPr lang="en-US" altLang="ko-KR" dirty="0"/>
              <a:t>IDLE,WALK,ATTACK</a:t>
            </a:r>
          </a:p>
          <a:p>
            <a:pPr marL="514350" indent="-514350">
              <a:buAutoNum type="arabicPeriod"/>
            </a:pPr>
            <a:r>
              <a:rPr lang="en-US" altLang="ko-KR" dirty="0"/>
              <a:t>CAMERA </a:t>
            </a:r>
            <a:r>
              <a:rPr lang="ko-KR" altLang="en-US" dirty="0"/>
              <a:t>클래스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2835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7FCBC-5824-013C-3D00-68CDF96B2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" y="2986"/>
            <a:ext cx="10515600" cy="1325563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개발 일정</a:t>
            </a:r>
            <a:r>
              <a:rPr lang="en-US" altLang="ko-KR" dirty="0">
                <a:ea typeface="맑은 고딕"/>
              </a:rPr>
              <a:t>(</a:t>
            </a:r>
            <a:r>
              <a:rPr lang="ko-KR" altLang="en-US" dirty="0">
                <a:ea typeface="맑은 고딕"/>
              </a:rPr>
              <a:t>수정</a:t>
            </a:r>
            <a:r>
              <a:rPr lang="en-US" altLang="ko-KR" dirty="0">
                <a:ea typeface="맑은 고딕"/>
              </a:rPr>
              <a:t>)</a:t>
            </a:r>
            <a:br>
              <a:rPr lang="ko-KR" altLang="en-US" dirty="0">
                <a:ea typeface="맑은 고딕"/>
              </a:rPr>
            </a:br>
            <a:endParaRPr lang="ko-KR" altLang="en-US" dirty="0">
              <a:ea typeface="맑은 고딕"/>
            </a:endParaRP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095AB71-6BD1-1D36-7AFF-7248508005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454745"/>
              </p:ext>
            </p:extLst>
          </p:nvPr>
        </p:nvGraphicFramePr>
        <p:xfrm>
          <a:off x="841375" y="1111250"/>
          <a:ext cx="10515599" cy="4425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937">
                  <a:extLst>
                    <a:ext uri="{9D8B030D-6E8A-4147-A177-3AD203B41FA5}">
                      <a16:colId xmlns:a16="http://schemas.microsoft.com/office/drawing/2014/main" val="2803464059"/>
                    </a:ext>
                  </a:extLst>
                </a:gridCol>
                <a:gridCol w="9618662">
                  <a:extLst>
                    <a:ext uri="{9D8B030D-6E8A-4147-A177-3AD203B41FA5}">
                      <a16:colId xmlns:a16="http://schemas.microsoft.com/office/drawing/2014/main" val="11923948"/>
                    </a:ext>
                  </a:extLst>
                </a:gridCol>
              </a:tblGrid>
              <a:tr h="4425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380595"/>
                  </a:ext>
                </a:extLst>
              </a:tr>
              <a:tr h="442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1주차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플레이어 및 아이템 리소스 확보    </a:t>
                      </a:r>
                      <a:r>
                        <a:rPr lang="en-US" altLang="ko-KR" dirty="0"/>
                        <a:t>------------------  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942497"/>
                  </a:ext>
                </a:extLst>
              </a:tr>
              <a:tr h="442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2주차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몬스터 리소스 확보   </a:t>
                      </a:r>
                      <a:r>
                        <a:rPr lang="en-US" altLang="ko-KR" dirty="0"/>
                        <a:t>------------------  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69526"/>
                  </a:ext>
                </a:extLst>
              </a:tr>
              <a:tr h="442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3주차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보스 리소스 확보  </a:t>
                      </a:r>
                      <a:r>
                        <a:rPr lang="en-US" altLang="ko-KR" dirty="0"/>
                        <a:t>------------------  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060131"/>
                  </a:ext>
                </a:extLst>
              </a:tr>
              <a:tr h="442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4주차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플레이어 움직임 구현  </a:t>
                      </a:r>
                      <a:r>
                        <a:rPr lang="en-US" altLang="ko-KR" dirty="0"/>
                        <a:t>------------------  50%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371341"/>
                  </a:ext>
                </a:extLst>
              </a:tr>
              <a:tr h="442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5주차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충돌 처리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HP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및 아이템 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UI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구현</a:t>
                      </a:r>
                      <a:endParaRPr lang="ko-KR" sz="1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098786"/>
                  </a:ext>
                </a:extLst>
              </a:tr>
              <a:tr h="442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6주차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보스 1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655499"/>
                  </a:ext>
                </a:extLst>
              </a:tr>
              <a:tr h="4425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7주차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보스 2,3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223109"/>
                  </a:ext>
                </a:extLst>
              </a:tr>
              <a:tr h="4425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/>
                        <a:t>8주차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 err="1"/>
                        <a:t>UI최종</a:t>
                      </a:r>
                      <a:r>
                        <a:rPr lang="ko-KR" altLang="en-US" dirty="0"/>
                        <a:t> 마무리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200579"/>
                  </a:ext>
                </a:extLst>
              </a:tr>
              <a:tr h="4425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/>
                        <a:t>9주차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/>
                        <a:t>버그 수정 및 최종 발표 준비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505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09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CA9A5-A185-ADC9-56EF-5E2CCE26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75869F-4024-4513-0599-62691CC5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맵 툴 구현 취소</a:t>
            </a:r>
            <a:endParaRPr lang="en-US" altLang="ko-KR" dirty="0"/>
          </a:p>
          <a:p>
            <a:r>
              <a:rPr lang="ko-KR" altLang="en-US" dirty="0"/>
              <a:t>룸 기준 플레이 구현 취소</a:t>
            </a:r>
          </a:p>
        </p:txBody>
      </p:sp>
    </p:spTree>
    <p:extLst>
      <p:ext uri="{BB962C8B-B14F-4D97-AF65-F5344CB8AC3E}">
        <p14:creationId xmlns:p14="http://schemas.microsoft.com/office/powerpoint/2010/main" val="214295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015CE-D4D1-EA44-BF55-43CF7BD0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깃 </a:t>
            </a:r>
            <a:r>
              <a:rPr lang="ko-KR" altLang="en-US" dirty="0" err="1"/>
              <a:t>커밋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6160D4-3944-B3D1-2C35-6C1F4071A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27B909-1F19-A622-6261-5566F56EB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0631"/>
            <a:ext cx="6752388" cy="466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9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109</Words>
  <Application>Microsoft Office PowerPoint</Application>
  <PresentationFormat>와이드스크린</PresentationFormat>
  <Paragraphs>31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Malgun Gothic</vt:lpstr>
      <vt:lpstr>Malgun Gothic</vt:lpstr>
      <vt:lpstr>Arial</vt:lpstr>
      <vt:lpstr>Office 테마</vt:lpstr>
      <vt:lpstr>2DGP 2차 프로젝트 발표</vt:lpstr>
      <vt:lpstr>구현한 것들</vt:lpstr>
      <vt:lpstr>개발 일정(수정) </vt:lpstr>
      <vt:lpstr>수정</vt:lpstr>
      <vt:lpstr>깃 커밋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김상효(2019180008)</dc:creator>
  <cp:lastModifiedBy>상효 김</cp:lastModifiedBy>
  <cp:revision>90</cp:revision>
  <dcterms:created xsi:type="dcterms:W3CDTF">2025-09-29T08:08:51Z</dcterms:created>
  <dcterms:modified xsi:type="dcterms:W3CDTF">2025-11-11T00:13:10Z</dcterms:modified>
</cp:coreProperties>
</file>